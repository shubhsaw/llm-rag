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7D5D29-20B7-421C-9D3C-84C7ED45C386}">
  <a:tblStyle styleId="{CD7D5D29-20B7-421C-9D3C-84C7ED45C3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47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6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43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28.png"/><Relationship Id="rId6" Type="http://schemas.openxmlformats.org/officeDocument/2006/relationships/image" Target="../media/image49.png"/><Relationship Id="rId7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19.png"/><Relationship Id="rId9" Type="http://schemas.openxmlformats.org/officeDocument/2006/relationships/image" Target="../media/image40.png"/><Relationship Id="rId5" Type="http://schemas.openxmlformats.org/officeDocument/2006/relationships/image" Target="../media/image45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35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48.png"/><Relationship Id="rId8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4">
            <a:alphaModFix/>
          </a:blip>
          <a:srcRect b="85780" l="-15110" r="15110" t="-85780"/>
          <a:stretch/>
        </p:blipFill>
        <p:spPr>
          <a:xfrm>
            <a:off x="571500" y="1310580"/>
            <a:ext cx="11049000" cy="423669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95325" y="1466655"/>
            <a:ext cx="1080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Study Assistant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40425" y="2741530"/>
            <a:ext cx="1028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AI-powered Personalized Learning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509045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Team: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[Student Names] |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Guide: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[Guide Name]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99125" y="5105720"/>
            <a:ext cx="1028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Department of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CSE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lang="en-US" sz="15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MIT</a:t>
            </a: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21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2526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This project aims to help students learn and revise course material more efficiently. We are developing a personalized AI system designed to reduce study time and improve focus.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357562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core of the system uses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Retrieval-Augmented Generation (RAG)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with a Large Language Model (LLM). This allows the assistant to provide highly accurate, context-aware answers based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only on the user's own study materials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, ensuring relevance and data privacy.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716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Project Abstract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6544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56544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56544"/>
            <a:ext cx="3429000" cy="32212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60834" y="3366194"/>
            <a:ext cx="26503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Information Overload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66775" y="40138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Students face scattered notes, long study materials, and dense textbooks, making revision difficult and time-consuming.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80823" y="3366194"/>
            <a:ext cx="28303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Lack of Personalization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76775" y="40138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Generic study tools don't adapt to individual needs or focus on a student's specific curriculum and notes.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410938" y="3366194"/>
            <a:ext cx="99012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Our Aim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86775" y="40138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To create a smart assistant that makes studying easier, faster, and more focused by leveraging the user's own data.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The Student Challenge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2190750" y="4229992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Accurate Answers: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Deliver accurate, context-based answers using a RAG and LLM pipeline.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2190750" y="5090814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Data Privacy: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Ensure user data remains private and is not used for external model training.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27761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513843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6544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56544"/>
            <a:ext cx="3429000" cy="3221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56544"/>
            <a:ext cx="3429000" cy="3221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10828" y="3366194"/>
            <a:ext cx="27503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Summarization &amp; Q&amp;A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4013894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Core features include on-demand note summarization and the ability to generate practice questions.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865846" y="3366194"/>
            <a:ext cx="246030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Contextual Answers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76775" y="40138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system excels at quick information retrieval and providing answers grounded in the user's uploaded context.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520826" y="3366194"/>
            <a:ext cx="27703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Privacy &amp; Accessibility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86775" y="4013894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Designed as a privacy-first tool, with a future scope for offline accessibility on low-resource devices.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6708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Features and Scope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8"/>
          <p:cNvGraphicFramePr/>
          <p:nvPr/>
        </p:nvGraphicFramePr>
        <p:xfrm>
          <a:off x="571500" y="23898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{CD7D5D29-20B7-421C-9D3C-84C7ED45C386}</a:tableStyleId>
              </a:tblPr>
              <a:tblGrid>
                <a:gridCol w="2085375"/>
                <a:gridCol w="4581675"/>
                <a:gridCol w="4381950"/>
              </a:tblGrid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47A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47A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Existing Tools (e.g., ChatGPT, Quizlet)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47A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Smart Study Assistant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F"/>
                    </a:solidFill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Knowledge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General Web Data / Public Datasets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User's Own Uploaded Notes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Broad and Generic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Highly Contextual &amp; Domain-Specific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Privacy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data often used for 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Privacy-First (Data is not shared)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Uniqueness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 for general knowledge &amp; flashcards.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Creates a private, searchable knowledge-base.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8"/>
          <p:cNvSpPr/>
          <p:nvPr/>
        </p:nvSpPr>
        <p:spPr>
          <a:xfrm>
            <a:off x="571500" y="3032819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656879" y="3032819"/>
            <a:ext cx="4581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238553" y="3032819"/>
            <a:ext cx="4381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71500" y="3659534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656879" y="3659534"/>
            <a:ext cx="4581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238553" y="3659534"/>
            <a:ext cx="4381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71500" y="4286250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656879" y="4286250"/>
            <a:ext cx="4581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238553" y="4286250"/>
            <a:ext cx="4381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4912965"/>
            <a:ext cx="20853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656879" y="4912965"/>
            <a:ext cx="45816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238553" y="4912965"/>
            <a:ext cx="43819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Competitive Landscape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555069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238250"/>
            <a:ext cx="5286375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16478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RAG Pipeline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362200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system is built on a </a:t>
            </a:r>
            <a:r>
              <a:rPr b="1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Retrieval-Augmented Generation (RAG)</a:t>
            </a: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pipeline. This architecture allows us to combine the reasoning power of an LLM with the factual accuracy of a private knowledge base.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350892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Key Modules: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38200" y="40880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52500" y="408801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User Interface (UI)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38200" y="43928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439281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Data Upload &amp; Embedding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38200" y="46976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469761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Vector Database (FAISS/Chroma)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38200" y="50024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500241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RAG Retrieval Pipeline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38200" y="53072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52500" y="530721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Security &amp; Privacy Layer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571500" y="3948112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21780" y="4395787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1. Upload Notes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4862512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User uploads their study materials (PDF, .txt, etc.).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2786795" y="2812851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2. Ask Query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836515" y="3279576"/>
            <a:ext cx="19887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User asks a specific question to the assistant.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051810" y="4395787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3. Retrieve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101530" y="4862512"/>
            <a:ext cx="19887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System finds the most relevant text chunks from the notes.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316825" y="2569071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4. Generate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366545" y="3035796"/>
            <a:ext cx="19887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LLM generates an answer based *only* on the retrieved context.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581841" y="4395787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5. Display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631560" y="4862512"/>
            <a:ext cx="19887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User receives a secure, private, and contextual answer.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1470645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73566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000675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8265690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0530706" y="4062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User Interaction Flow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3615"/>
            <a:ext cx="3429000" cy="294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93615"/>
            <a:ext cx="3429000" cy="294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93615"/>
            <a:ext cx="3429000" cy="294694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1730930" y="3503265"/>
            <a:ext cx="11101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66775" y="41509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Built with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React.js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Vite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a fast, modern, and responsive user experience.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550931" y="3503265"/>
            <a:ext cx="109013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76775" y="41509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Powered by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, using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FastAPI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high-speed APIs and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LangChain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to manage the LLM pipeline.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325927" y="3503265"/>
            <a:ext cx="11601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AI &amp; Data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486775" y="41509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Uses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FAISS/Chroma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vector storage,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metadata, and a private LLM instance.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8079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80794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80794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Tools &amp; Technologies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2190750" y="231784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Upload &amp; Process: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Seamlessly upload and process various study material formats (PDFs, text files).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2190750" y="317867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AI-based Q&amp;A: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Get instant, context-aware answers from your documents.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2190750" y="370433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Summarization: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Condense long documents into key points and summaries.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2190750" y="422999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Exam Generation: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Automatically create practice questions and quizzes from your notes.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2190750" y="4755653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Secure Access: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All data is processed securely, with a future scope for full offline functionality.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6547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22629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75195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27761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80327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00" y="58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325" y="2098644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0975" y="2089132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2017325" y="4670395"/>
            <a:ext cx="34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AI-based Q&amp;A chat view, showing a contextual answer.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381500" y="4933057"/>
            <a:ext cx="342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520975" y="4660882"/>
            <a:ext cx="34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 of an auto-generated summary from a document.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6850" y="2108170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0500" y="2098657"/>
            <a:ext cx="340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Application Mockups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/>
        </p:nvSpPr>
        <p:spPr>
          <a:xfrm>
            <a:off x="1787267" y="3428999"/>
            <a:ext cx="728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Voice-Based Learning: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Integrate voice input and audio responses for hands-free studying.</a:t>
            </a:r>
            <a:endParaRPr sz="1245"/>
          </a:p>
        </p:txBody>
      </p:sp>
      <p:sp>
        <p:nvSpPr>
          <p:cNvPr id="269" name="Google Shape;269;p24"/>
          <p:cNvSpPr txBox="1"/>
          <p:nvPr/>
        </p:nvSpPr>
        <p:spPr>
          <a:xfrm>
            <a:off x="1787267" y="3896702"/>
            <a:ext cx="728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Multi-Language Support: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Expand the model to support and process materials in multiple languages.</a:t>
            </a:r>
            <a:endParaRPr sz="1245"/>
          </a:p>
        </p:txBody>
      </p:sp>
      <p:sp>
        <p:nvSpPr>
          <p:cNvPr id="270" name="Google Shape;270;p24"/>
          <p:cNvSpPr txBox="1"/>
          <p:nvPr/>
        </p:nvSpPr>
        <p:spPr>
          <a:xfrm>
            <a:off x="1787267" y="4662611"/>
            <a:ext cx="728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LMS Integration: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Connect directly with university Learning Management Systems (LMS) like Moodle or Canvas.</a:t>
            </a:r>
            <a:endParaRPr sz="1245"/>
          </a:p>
        </p:txBody>
      </p:sp>
      <p:sp>
        <p:nvSpPr>
          <p:cNvPr id="271" name="Google Shape;271;p24"/>
          <p:cNvSpPr txBox="1"/>
          <p:nvPr/>
        </p:nvSpPr>
        <p:spPr>
          <a:xfrm>
            <a:off x="1787267" y="5428521"/>
            <a:ext cx="728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Analytics Dashboard: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Provide students with a dashboard to track study progress and identify knowledge gaps.</a:t>
            </a:r>
            <a:endParaRPr sz="1245"/>
          </a:p>
        </p:txBody>
      </p:sp>
      <p:sp>
        <p:nvSpPr>
          <p:cNvPr id="272" name="Google Shape;272;p24"/>
          <p:cNvSpPr txBox="1"/>
          <p:nvPr/>
        </p:nvSpPr>
        <p:spPr>
          <a:xfrm>
            <a:off x="1787267" y="6194430"/>
            <a:ext cx="728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Model Optimization: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Optimize the model to run on low-resource and offline devices.</a:t>
            </a:r>
            <a:endParaRPr sz="1245"/>
          </a:p>
        </p:txBody>
      </p:sp>
      <p:pic>
        <p:nvPicPr>
          <p:cNvPr descr="image.png" id="273" name="Google Shape;2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8275" y="3471373"/>
            <a:ext cx="152546" cy="203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8275" y="3939076"/>
            <a:ext cx="254244" cy="203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8275" y="4704985"/>
            <a:ext cx="254244" cy="203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8275" y="5470895"/>
            <a:ext cx="203395" cy="203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48275" y="6236804"/>
            <a:ext cx="152546" cy="20339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1787262" y="1480320"/>
            <a:ext cx="728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Personalized Support: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Provide academic support tailored to the individual user's notes and materials.</a:t>
            </a:r>
            <a:endParaRPr sz="1245"/>
          </a:p>
        </p:txBody>
      </p:sp>
      <p:sp>
        <p:nvSpPr>
          <p:cNvPr id="281" name="Google Shape;281;p24"/>
          <p:cNvSpPr txBox="1"/>
          <p:nvPr/>
        </p:nvSpPr>
        <p:spPr>
          <a:xfrm>
            <a:off x="1787262" y="2246220"/>
            <a:ext cx="7288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Auto-Summarization: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Automatically summarize long documents and user notes for quick revision.</a:t>
            </a:r>
            <a:endParaRPr sz="1245"/>
          </a:p>
        </p:txBody>
      </p:sp>
      <p:sp>
        <p:nvSpPr>
          <p:cNvPr id="282" name="Google Shape;282;p24"/>
          <p:cNvSpPr txBox="1"/>
          <p:nvPr/>
        </p:nvSpPr>
        <p:spPr>
          <a:xfrm>
            <a:off x="1787262" y="3012121"/>
            <a:ext cx="7288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Question Generation:</a:t>
            </a:r>
            <a:r>
              <a:rPr b="0" i="0" lang="en-US" sz="1468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Generate exam-style practice questions from the study material.</a:t>
            </a:r>
            <a:endParaRPr sz="1245"/>
          </a:p>
        </p:txBody>
      </p:sp>
      <p:pic>
        <p:nvPicPr>
          <p:cNvPr descr="image.png" id="283" name="Google Shape;28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48275" y="1522693"/>
            <a:ext cx="177968" cy="203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48275" y="2288594"/>
            <a:ext cx="152544" cy="203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48275" y="3054494"/>
            <a:ext cx="203392" cy="203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3615"/>
            <a:ext cx="3429000" cy="294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93615"/>
            <a:ext cx="3429000" cy="294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93615"/>
            <a:ext cx="3429000" cy="294694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45920" y="3503265"/>
            <a:ext cx="12801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Academia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66775" y="41509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 private study assistant for students and researchers in universities and schools.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4920853" y="3503265"/>
            <a:ext cx="23502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Corporate Training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4676775" y="41509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 secure tool for corporate onboarding and training, using internal confidential documents.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915876" y="3503265"/>
            <a:ext cx="19802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Secure Domains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8486775" y="415096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Private AI assistants for organizations in healthcare, finance, or defense handling sensitive data.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8079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8079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8079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Applications &amp; Use Cases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2057400" y="1904255"/>
            <a:ext cx="8077200" cy="384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This system combines the accuracy of modern AI with the critical need for privacy. It helps students and institutions learn smarter by transforming private data into a secure, interactive knowledge base, setting the foundation for future domain-specific AI assistants.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1581150" y="2190005"/>
            <a:ext cx="3429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B3E5FC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10267950" y="5649066"/>
            <a:ext cx="342900" cy="1208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B3E5FC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